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B4AF61-2692-461F-B388-758A461ACE4E}" type="datetimeFigureOut">
              <a:rPr lang="en-DE" smtClean="0"/>
              <a:t>02/03/2026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BFE87F-583F-4F16-BAD8-2FE2A06C4D5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63370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FE87F-583F-4F16-BAD8-2FE2A06C4D59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53472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D4244-3379-8767-B59A-9E74F1CA8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C3CBFA-20EB-A575-F9BC-4BD15BDA1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2E156-5C0D-6ECD-E0C7-8636C40CE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80F3-8F81-47ED-8B73-54D1DD2BCE72}" type="datetimeFigureOut">
              <a:rPr lang="en-DE" smtClean="0"/>
              <a:t>02/03/2026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E9C44-6D4F-E253-7913-C9346F3C7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E8270-9A9F-C732-74B4-821B34A5F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7669-08DA-43D0-94BD-11CD45D5ED4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8597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751A2-B6C8-56E7-158F-A2758CBEB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D06EC-5DB7-6070-96D1-08976ACAA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69F1C-0C34-9F4C-F2C0-3548AE83E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80F3-8F81-47ED-8B73-54D1DD2BCE72}" type="datetimeFigureOut">
              <a:rPr lang="en-DE" smtClean="0"/>
              <a:t>02/03/2026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A9388-ED33-61C2-276D-EA5FB8FD6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A542F-1B98-FFF4-E1E1-57F119DD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7669-08DA-43D0-94BD-11CD45D5ED4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07566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CFD92-0277-1A12-25E7-94F658AEA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23998-ACC3-3CF7-5488-71833FF3A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FB113-BBCE-0705-119D-FED4E7AC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80F3-8F81-47ED-8B73-54D1DD2BCE72}" type="datetimeFigureOut">
              <a:rPr lang="en-DE" smtClean="0"/>
              <a:t>02/03/2026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35877-CB81-53DC-04AB-875B63A05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FD376-0590-C3FB-EB72-3C442B54D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7669-08DA-43D0-94BD-11CD45D5ED4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06873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3B313-7F91-DC28-E1B9-D9BB23C04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21D2B-08F4-F03D-0F0C-B43DA75F1C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C763A9-4273-8A3C-1757-3DDE3344E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2537B-49CB-72BD-262D-B6B76EBEE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80F3-8F81-47ED-8B73-54D1DD2BCE72}" type="datetimeFigureOut">
              <a:rPr lang="en-DE" smtClean="0"/>
              <a:t>02/03/2026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522C6-E742-4669-31B5-3FDF01F2D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45F3E-3EAE-15C9-7855-4BE3B738B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7669-08DA-43D0-94BD-11CD45D5ED4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07482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EC07C-0FF5-65E1-FD79-06ED2288F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3E830-2777-D5AA-C70C-D0A6C4EBF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86582A-210F-BD0D-EB32-E51F46656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673359-DB77-EE9E-232B-893249477F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E5B606-2C0C-60AC-B37E-0D718BFF35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2AA30B-8378-1483-64DF-1D8B8F052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80F3-8F81-47ED-8B73-54D1DD2BCE72}" type="datetimeFigureOut">
              <a:rPr lang="en-DE" smtClean="0"/>
              <a:t>02/03/2026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CE7FA6-7ED8-DFB5-5D18-73D8A4791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7F13D0-4DE4-39FC-4814-2193A3C95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7669-08DA-43D0-94BD-11CD45D5ED4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61773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84670-3E10-45D9-B8F3-6F1EBD15B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C16B17-F2A8-064F-3F76-074FC1D24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80F3-8F81-47ED-8B73-54D1DD2BCE72}" type="datetimeFigureOut">
              <a:rPr lang="en-DE" smtClean="0"/>
              <a:t>02/03/2026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A7FC40-E5DB-F112-21B3-AD092223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981665-83AA-7EA7-C738-53846593B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7669-08DA-43D0-94BD-11CD45D5ED4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54994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DC0927-A8F5-40CB-B03C-59772E978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80F3-8F81-47ED-8B73-54D1DD2BCE72}" type="datetimeFigureOut">
              <a:rPr lang="en-DE" smtClean="0"/>
              <a:t>02/03/2026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EDEE61-0AD0-D875-DC92-411AB8836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C3E0A-7552-332D-F6B5-70F4B59ED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7669-08DA-43D0-94BD-11CD45D5ED4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14050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E65C0-67F1-5F57-889F-B5F737CAF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C2900-7E8F-B583-D682-C73205B95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8266B-5A80-2BD9-4AE9-0FC5BE061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8D4C7-46CF-90DC-ED50-F6ABB4078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80F3-8F81-47ED-8B73-54D1DD2BCE72}" type="datetimeFigureOut">
              <a:rPr lang="en-DE" smtClean="0"/>
              <a:t>02/03/2026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70602-E288-1E15-EEE4-EC2DADEA8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89E99-8E33-FE49-A833-3B9137C01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7669-08DA-43D0-94BD-11CD45D5ED4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70101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2311-5C47-5A55-FDB7-9D99B145F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4C32F7-FFBD-FC0A-8225-D952AF20FF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55FB9-B155-FF3C-94BB-B4B338277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18BF2-88E7-E4A1-0263-1185DDB3F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80F3-8F81-47ED-8B73-54D1DD2BCE72}" type="datetimeFigureOut">
              <a:rPr lang="en-DE" smtClean="0"/>
              <a:t>02/03/2026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92743-5DE2-18D1-89F3-EE5DA118A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8BF52-FEAA-8C8D-299A-9C7A46C9A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7669-08DA-43D0-94BD-11CD45D5ED4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8184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9A850-0B29-575D-6FF2-DA944BD23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38B1DF-DFAA-1A6B-4EB5-672EBC1B7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86406-8098-C175-7830-049DACBFD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80F3-8F81-47ED-8B73-54D1DD2BCE72}" type="datetimeFigureOut">
              <a:rPr lang="en-DE" smtClean="0"/>
              <a:t>02/03/2026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4639E-C25D-2C07-C91C-C543507D0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20EF2-4E36-4CCC-E368-6B99D3AD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7669-08DA-43D0-94BD-11CD45D5ED4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45787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06E82D-F9F3-F047-4C0F-C7EB1045CB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70B30-C240-64D5-3533-EA249CD7E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6BB65-98DA-3420-B63A-EEA67F8C4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80F3-8F81-47ED-8B73-54D1DD2BCE72}" type="datetimeFigureOut">
              <a:rPr lang="en-DE" smtClean="0"/>
              <a:t>02/03/2026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696E3-BA37-AB79-7506-F809AC139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A3E6E-AB2A-FA7C-1BD9-DB12E99A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7669-08DA-43D0-94BD-11CD45D5ED4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9220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34BEDB-5826-0E0E-154D-8E4D4BB21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4614C-A176-B39A-1905-EF11E7255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30562-5313-E037-D264-2FABE36D16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6980F3-8F81-47ED-8B73-54D1DD2BCE72}" type="datetimeFigureOut">
              <a:rPr lang="en-DE" smtClean="0"/>
              <a:t>02/03/2026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83F3B-2B71-B85E-D7CE-C92BB3D5CC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C88F3-42E4-D063-AAAF-92F429E5E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C7669-08DA-43D0-94BD-11CD45D5ED4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98067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ideo 2">
            <a:hlinkClick r:id="" action="ppaction://media"/>
            <a:extLst>
              <a:ext uri="{FF2B5EF4-FFF2-40B4-BE49-F238E27FC236}">
                <a16:creationId xmlns:a16="http://schemas.microsoft.com/office/drawing/2014/main" id="{E9DAEBD1-85AE-9CA3-E96D-E62D49DCAEA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4374" y="290811"/>
            <a:ext cx="9763252" cy="627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953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4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4054D64C-592B-C73E-EB69-534534B8A4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09" y="144349"/>
            <a:ext cx="11477182" cy="656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78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059517DD-BE08-7F1A-58D1-963137359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96" y="352887"/>
            <a:ext cx="11496008" cy="64570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EEBBA4-D7ED-BEA7-E170-596CA2E7ABE0}"/>
              </a:ext>
            </a:extLst>
          </p:cNvPr>
          <p:cNvSpPr txBox="1"/>
          <p:nvPr/>
        </p:nvSpPr>
        <p:spPr>
          <a:xfrm>
            <a:off x="5206173" y="91277"/>
            <a:ext cx="17796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/>
              <a:t>Joint Torque Comparison</a:t>
            </a:r>
            <a:endParaRPr lang="en-DE" sz="1100" b="1" dirty="0"/>
          </a:p>
        </p:txBody>
      </p:sp>
    </p:spTree>
    <p:extLst>
      <p:ext uri="{BB962C8B-B14F-4D97-AF65-F5344CB8AC3E}">
        <p14:creationId xmlns:p14="http://schemas.microsoft.com/office/powerpoint/2010/main" val="480893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ectangles with black text&#10;&#10;AI-generated content may be incorrect.">
            <a:extLst>
              <a:ext uri="{FF2B5EF4-FFF2-40B4-BE49-F238E27FC236}">
                <a16:creationId xmlns:a16="http://schemas.microsoft.com/office/drawing/2014/main" id="{CB81B868-4729-25A0-A1C1-4329BCFAF6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155511"/>
            <a:ext cx="11658600" cy="6546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976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4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Nihal Sanjay Seth</dc:creator>
  <cp:lastModifiedBy>Nihal Sanjay Seth</cp:lastModifiedBy>
  <cp:revision>2</cp:revision>
  <dcterms:created xsi:type="dcterms:W3CDTF">2026-03-02T10:55:26Z</dcterms:created>
  <dcterms:modified xsi:type="dcterms:W3CDTF">2026-03-02T11:12:25Z</dcterms:modified>
</cp:coreProperties>
</file>